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46304" cy="457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EFFORTS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603504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 Updates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122529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FitXpress use case breadth, strengthened digital presence, and built sales infrastructure for scale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1274552" cy="0"/>
          </a:xfrm>
          <a:prstGeom prst="line">
            <a:avLst/>
          </a:prstGeom>
          <a:noFill/>
          <a:ln w="12700">
            <a:solidFill>
              <a:srgbClr val="2434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DELIVERED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04288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77824" y="2267712"/>
            <a:ext cx="6126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FitXpress to 6 healthcare use cases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77824" y="2596896"/>
            <a:ext cx="612648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4 in-depth materials on the website (Bariatric Pre-Qualification, Insurance Underwriting, Wellness Rewards Verification, Breast Cancer-Related Lymphedema). Two more in final design, publishing within a week (Occupational Health Screening, Clinical Trials incl. Hybrid/DCT). Demonstrating breadth of application across healthcare.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02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7824" y="3566160"/>
            <a:ext cx="6126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Strengthened website for LLM visibility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77824" y="3895344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the About Us page, optimized for LLM-driven search. Improved FitXpress discoverability for AI-powered research workflows.</a:t>
            </a:r>
            <a:endParaRPr lang="en-US" sz="10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46227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77824" y="4425696"/>
            <a:ext cx="6126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sales &amp; integration assets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877824" y="4754880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Telehealth-focused demo presentation. Detailed Integration Deck documenting the end-to-end product integration process.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7315200" y="1847088"/>
            <a:ext cx="4416552" cy="1417320"/>
          </a:xfrm>
          <a:prstGeom prst="roundRect">
            <a:avLst>
              <a:gd name="adj" fmla="val 5161"/>
            </a:avLst>
          </a:prstGeom>
          <a:solidFill>
            <a:srgbClr val="16273B"/>
          </a:solidFill>
          <a:ln w="15875">
            <a:solidFill>
              <a:srgbClr val="00B4D8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516368" y="1901952"/>
            <a:ext cx="1371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600" dirty="0"/>
          </a:p>
        </p:txBody>
      </p:sp>
      <p:sp>
        <p:nvSpPr>
          <p:cNvPr id="19" name="Text 14"/>
          <p:cNvSpPr/>
          <p:nvPr/>
        </p:nvSpPr>
        <p:spPr>
          <a:xfrm>
            <a:off x="8869680" y="1901952"/>
            <a:ext cx="2679192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FitXpress use cases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&amp; published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315200" y="3429000"/>
            <a:ext cx="4416552" cy="1938528"/>
          </a:xfrm>
          <a:prstGeom prst="roundRect">
            <a:avLst>
              <a:gd name="adj" fmla="val 3774"/>
            </a:avLst>
          </a:prstGeom>
          <a:solidFill>
            <a:srgbClr val="16273B"/>
          </a:solidFill>
          <a:ln w="12700">
            <a:solidFill>
              <a:srgbClr val="24344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315200" y="3429000"/>
            <a:ext cx="82296" cy="19385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2" name="Text 17"/>
          <p:cNvSpPr/>
          <p:nvPr/>
        </p:nvSpPr>
        <p:spPr>
          <a:xfrm>
            <a:off x="7571232" y="3611880"/>
            <a:ext cx="3959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OUTPUT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7571232" y="3950208"/>
            <a:ext cx="391363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FitXpress breadth across healthcare verticals. Built content infrastructure and sales assets to support pipeline scaling.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57200" y="5440680"/>
            <a:ext cx="11274552" cy="0"/>
          </a:xfrm>
          <a:prstGeom prst="line">
            <a:avLst/>
          </a:prstGeom>
          <a:noFill/>
          <a:ln w="12700">
            <a:solidFill>
              <a:srgbClr val="24344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57200" y="55412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 FOCUS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457200" y="587044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27" name="Text 22"/>
          <p:cNvSpPr/>
          <p:nvPr/>
        </p:nvSpPr>
        <p:spPr>
          <a:xfrm>
            <a:off x="1060704" y="5888736"/>
            <a:ext cx="2962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refresh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57200" y="6355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dedicated use case pages for each FitXpress vertical + overhaul the main FitXpress page.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4297680" y="587044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30" name="Text 25"/>
          <p:cNvSpPr/>
          <p:nvPr/>
        </p:nvSpPr>
        <p:spPr>
          <a:xfrm>
            <a:off x="4901184" y="5888736"/>
            <a:ext cx="2962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completeness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297680" y="6355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tailored demo presentations for all FitXpress use cases.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8138160" y="587044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33" name="Text 28"/>
          <p:cNvSpPr/>
          <p:nvPr/>
        </p:nvSpPr>
        <p:spPr>
          <a:xfrm>
            <a:off x="8741664" y="5888736"/>
            <a:ext cx="2962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scale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8138160" y="6355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8C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upgraded outbound sequences. Activate 2 additional sales manager accounts.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3DLOOK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Q2 2026 Marketing Efforts</dc:title>
  <dc:subject>PptxGenJS Presentation</dc:subject>
  <dc:creator>3DLOOK Marketing</dc:creator>
  <cp:lastModifiedBy>3DLOOK Marketing</cp:lastModifiedBy>
  <cp:revision>1</cp:revision>
  <dcterms:created xsi:type="dcterms:W3CDTF">2026-07-10T13:31:40Z</dcterms:created>
  <dcterms:modified xsi:type="dcterms:W3CDTF">2026-07-10T13:31:40Z</dcterms:modified>
</cp:coreProperties>
</file>