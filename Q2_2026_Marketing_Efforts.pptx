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EFFORTS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Q2'2026 Updates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FitXpress use case breadth, strengthened digital presence, and built sales infrastructure for scale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91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DELIVERED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000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9264" y="233172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FitXpress to 6 healthcare use cases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264" y="2606040"/>
            <a:ext cx="4608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4 in-depth materials on website — Bariatric Pre-Qualification, Insurance Underwriting, Wellness Rewards Verification, Breast Cancer-Related Lymphedema. Two more (Occupational Health Screening, Clinical Trials) in final design, publishing within a week. Demonstrating breadth of application across healthcare.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264" y="315468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Strengthened website for LLM visibility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69264" y="3429000"/>
            <a:ext cx="4608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About Us page optimized for LLM-driven search. Improved FitXpress discoverability and positioning for AI-powered research workflows.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9264" y="397764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Upgraded sales &amp; integration assets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9264" y="4251960"/>
            <a:ext cx="4608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Telehealth-focused demo presentation. Detailed Integration Deck documenting end-to-end product integration process for prospects and partners.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035040" y="1965960"/>
            <a:ext cx="2743200" cy="1234440"/>
          </a:xfrm>
          <a:prstGeom prst="rect">
            <a:avLst/>
          </a:prstGeom>
          <a:solidFill>
            <a:srgbClr val="16253B"/>
          </a:solidFill>
          <a:ln/>
        </p:spPr>
      </p:sp>
      <p:sp>
        <p:nvSpPr>
          <p:cNvPr id="18" name="Text 13"/>
          <p:cNvSpPr/>
          <p:nvPr/>
        </p:nvSpPr>
        <p:spPr>
          <a:xfrm>
            <a:off x="6172200" y="20574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200" dirty="0"/>
          </a:p>
        </p:txBody>
      </p:sp>
      <p:sp>
        <p:nvSpPr>
          <p:cNvPr id="19" name="Text 14"/>
          <p:cNvSpPr/>
          <p:nvPr/>
        </p:nvSpPr>
        <p:spPr>
          <a:xfrm>
            <a:off x="617220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FitXpress use cases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&amp; published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035040" y="3337560"/>
            <a:ext cx="2743200" cy="1097280"/>
          </a:xfrm>
          <a:prstGeom prst="rect">
            <a:avLst/>
          </a:prstGeom>
          <a:solidFill>
            <a:srgbClr val="16253B"/>
          </a:solidFill>
          <a:ln/>
        </p:spPr>
      </p:sp>
      <p:sp>
        <p:nvSpPr>
          <p:cNvPr id="21" name="Text 16"/>
          <p:cNvSpPr/>
          <p:nvPr/>
        </p:nvSpPr>
        <p:spPr>
          <a:xfrm>
            <a:off x="6172200" y="3401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OUTPUT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172200" y="3657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FitXpress breadth across healthcare verticals. Built content infrastructure (use-case pages, integration docs) and sales assets (demos, decks) to support pipeline scaling.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4480560"/>
            <a:ext cx="8046720" cy="91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19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Q3'2026 FOCUS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960120" y="4828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refresh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48640" y="5102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dedicated use case pages for each FitXpress vertical + overhaul main FitXpress page. Full site-wide refresh to reflect expanded scope.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24612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3657600" y="4828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completeness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3246120" y="5102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tailored demo presentations for all FitXpress use cases — enabling sales to show relevant stories per vertical.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5943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355080" y="4828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scale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943600" y="5102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upgraded outbound sequences. Activate 2 additional sales manager accounts for full pipeline coverage.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Efforts Q2 2026</dc:title>
  <dc:subject>PptxGenJS Presentation</dc:subject>
  <dc:creator>3DLOOK Marketing</dc:creator>
  <cp:lastModifiedBy>3DLOOK Marketing</cp:lastModifiedBy>
  <cp:revision>1</cp:revision>
  <dcterms:created xsi:type="dcterms:W3CDTF">2026-07-10T13:17:23Z</dcterms:created>
  <dcterms:modified xsi:type="dcterms:W3CDTF">2026-07-10T13:17:23Z</dcterms:modified>
</cp:coreProperties>
</file>